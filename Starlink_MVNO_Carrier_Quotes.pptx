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hibit" id="{fae4c7e7-c25f-0440-2305-e9f7db8fc28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Exhibit: US carrier management commentary on offering an MVNO to Starlink / LEO providers, Jul–Oct 2026. Quotes trimmed to the key line. T-Mobile reports 3Q26 on Oct 28.
Sources:
1) Verizon 3Q26 earnings call, Oct 26, 2026 (Schulman)
https://www.benzinga.com/news/26/10/62589707/verizon-communications-q3-2026-earnings-call-transcript
Summary: https://finance.yahoo.com/markets/stocks/articles/verizon-communications-inc-q3-2026-210050607.html
2) T-Mobile at Goldman Sachs Communacopia, Sep 10, 2026 (Gopalan)
https://stockanalysis.com/stocks/tmus/transcripts/743986-goldman-sachs-communacopia-technology-conference-2026/
3) Verizon at Goldman Sachs Communacopia, Sep 9, 2026 (Schulman)
https://www.tikr.com/blog/verizon-stock-fell-10-in-a-day-after-spacexs-spectrum-deal-heres-what-its-ceo-said-about-starlink-in-september
Verizon IR event page: https://www.verizon.com/about/investors/goldman-sachs-communacopia-technology-2026
4) AT&amp;T 2Q26 earnings call, Jul 22, 2026 (Stankey, answering Craig Moffett)
https://investors.att.com/~/media/Files/A/ATT-IR-V2/financial-reports/quarterly-earnings/2026/2Q-2026/t-usq-transcript-2026-07-22.pdf
Coverage: https://www.lightreading.com/satellite/at-t-ceo-a-satellite-mvno-pact-would-solve-a-problem-i-don-t-have
5) Verizon 2Q26 earnings call, Jul 24, 2026 (Schulman)
https://gloom.sh/stocks/vz/transcripts/q2-2026
Coverage: https://www.fierce-network.com/wireless/verizon-ceo-shuts-down-starlink-mvno-talk-touts-strong-q2-comeback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hibi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EXHIBIT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All three US carriers have ruled out a Starlink MVNO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Verizon, AT&amp;T and T-Mobile 2Q26–3Q26 earnings calls; Goldman Sachs Communacopia + Technology Conference (Sep 2026). Quotes excerpted.</a:t>
            </a:r>
            <a:endParaRPr lang="en-US" sz="1000" dirty="0"/>
          </a:p>
        </p:txBody>
      </p:sp>
      <p:sp>
        <p:nvSpPr>
          <p:cNvPr id="5" name="Rule top"/>
          <p:cNvSpPr/>
          <p:nvPr/>
        </p:nvSpPr>
        <p:spPr>
          <a:xfrm>
            <a:off x="548640" y="1645920"/>
            <a:ext cx="110642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Speaker 1"/>
          <p:cNvSpPr txBox="1"/>
          <p:nvPr/>
        </p:nvSpPr>
        <p:spPr>
          <a:xfrm>
            <a:off x="548640" y="16459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Verizon · Dan Schulman, CEO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3Q26 earnings call · Oct 26, 2026</a:t>
            </a:r>
            <a:endParaRPr lang="en-US" sz="1600" dirty="0"/>
          </a:p>
        </p:txBody>
      </p:sp>
      <p:sp>
        <p:nvSpPr>
          <p:cNvPr id="7" name="Quote 1"/>
          <p:cNvSpPr txBox="1"/>
          <p:nvPr/>
        </p:nvSpPr>
        <p:spPr>
          <a:xfrm>
            <a:off x="4206240" y="1645920"/>
            <a:ext cx="7406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“Absolutely no benefit whatsoever to extending an MVNO deal to any satellite provider.”</a:t>
            </a:r>
            <a:endParaRPr lang="en-US" sz="2000" dirty="0"/>
          </a:p>
        </p:txBody>
      </p:sp>
      <p:sp>
        <p:nvSpPr>
          <p:cNvPr id="8" name="Rule 1"/>
          <p:cNvSpPr/>
          <p:nvPr/>
        </p:nvSpPr>
        <p:spPr>
          <a:xfrm>
            <a:off x="548640" y="2542032"/>
            <a:ext cx="1106424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9" name="Speaker 2"/>
          <p:cNvSpPr txBox="1"/>
          <p:nvPr/>
        </p:nvSpPr>
        <p:spPr>
          <a:xfrm>
            <a:off x="548640" y="2542032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T-Mobile · Srini Gopalan, CEO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GS Communacopia · Sep 10, 2026</a:t>
            </a:r>
            <a:endParaRPr lang="en-US" sz="1600" dirty="0"/>
          </a:p>
        </p:txBody>
      </p:sp>
      <p:sp>
        <p:nvSpPr>
          <p:cNvPr id="10" name="Quote 2"/>
          <p:cNvSpPr txBox="1"/>
          <p:nvPr/>
        </p:nvSpPr>
        <p:spPr>
          <a:xfrm>
            <a:off x="4206240" y="2542032"/>
            <a:ext cx="7406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do not see the value of doing an MVNO with a LEO operator.”</a:t>
            </a:r>
            <a:endParaRPr lang="en-US" sz="2000" dirty="0"/>
          </a:p>
        </p:txBody>
      </p:sp>
      <p:sp>
        <p:nvSpPr>
          <p:cNvPr id="11" name="Rule 2"/>
          <p:cNvSpPr/>
          <p:nvPr/>
        </p:nvSpPr>
        <p:spPr>
          <a:xfrm>
            <a:off x="548640" y="3438144"/>
            <a:ext cx="1106424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2" name="Speaker 3"/>
          <p:cNvSpPr txBox="1"/>
          <p:nvPr/>
        </p:nvSpPr>
        <p:spPr>
          <a:xfrm>
            <a:off x="548640" y="343814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Verizon · Dan Schulman, CEO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GS Communacopia · Sep 9, 2026</a:t>
            </a:r>
            <a:endParaRPr lang="en-US" sz="1600" dirty="0"/>
          </a:p>
        </p:txBody>
      </p:sp>
      <p:sp>
        <p:nvSpPr>
          <p:cNvPr id="13" name="Quote 3"/>
          <p:cNvSpPr txBox="1"/>
          <p:nvPr/>
        </p:nvSpPr>
        <p:spPr>
          <a:xfrm>
            <a:off x="4206240" y="3438144"/>
            <a:ext cx="7406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advantage in extending an MVNO to any LEO provider.”</a:t>
            </a:r>
            <a:endParaRPr lang="en-US" sz="2000" dirty="0"/>
          </a:p>
        </p:txBody>
      </p:sp>
      <p:sp>
        <p:nvSpPr>
          <p:cNvPr id="14" name="Rule 3"/>
          <p:cNvSpPr/>
          <p:nvPr/>
        </p:nvSpPr>
        <p:spPr>
          <a:xfrm>
            <a:off x="548640" y="4334256"/>
            <a:ext cx="1106424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5" name="Speaker 4"/>
          <p:cNvSpPr txBox="1"/>
          <p:nvPr/>
        </p:nvSpPr>
        <p:spPr>
          <a:xfrm>
            <a:off x="548640" y="4334256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AT&amp;T · John Stankey, CEO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2Q26 earnings call · Jul 22, 2026</a:t>
            </a:r>
            <a:endParaRPr lang="en-US" sz="1600" dirty="0"/>
          </a:p>
        </p:txBody>
      </p:sp>
      <p:sp>
        <p:nvSpPr>
          <p:cNvPr id="16" name="Quote 4"/>
          <p:cNvSpPr txBox="1"/>
          <p:nvPr/>
        </p:nvSpPr>
        <p:spPr>
          <a:xfrm>
            <a:off x="4206240" y="4334256"/>
            <a:ext cx="7406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“…a wholesale agreement to go solve the problem I don’t have.”</a:t>
            </a:r>
            <a:endParaRPr lang="en-US" sz="2000" dirty="0"/>
          </a:p>
        </p:txBody>
      </p:sp>
      <p:sp>
        <p:nvSpPr>
          <p:cNvPr id="17" name="Rule 4"/>
          <p:cNvSpPr/>
          <p:nvPr/>
        </p:nvSpPr>
        <p:spPr>
          <a:xfrm>
            <a:off x="548640" y="5230368"/>
            <a:ext cx="1106424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8" name="Speaker 5"/>
          <p:cNvSpPr txBox="1"/>
          <p:nvPr/>
        </p:nvSpPr>
        <p:spPr>
          <a:xfrm>
            <a:off x="548640" y="523036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Verizon · Dan Schulman, CEO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2Q26 earnings call · Jul 24, 2026</a:t>
            </a:r>
            <a:endParaRPr lang="en-US" sz="1600" dirty="0"/>
          </a:p>
        </p:txBody>
      </p:sp>
      <p:sp>
        <p:nvSpPr>
          <p:cNvPr id="19" name="Quote 5"/>
          <p:cNvSpPr txBox="1"/>
          <p:nvPr/>
        </p:nvSpPr>
        <p:spPr>
          <a:xfrm>
            <a:off x="4206240" y="5230368"/>
            <a:ext cx="7406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reason that we can see to extend an MVNO to any satellite player.”</a:t>
            </a:r>
            <a:endParaRPr lang="en-US" sz="2000" dirty="0"/>
          </a:p>
        </p:txBody>
      </p:sp>
      <p:sp>
        <p:nvSpPr>
          <p:cNvPr id="20" name="Rule 5"/>
          <p:cNvSpPr/>
          <p:nvPr/>
        </p:nvSpPr>
        <p:spPr>
          <a:xfrm>
            <a:off x="548640" y="6126480"/>
            <a:ext cx="1106424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arrier Exhibit">
  <a:themeElements>
    <a:clrScheme name="Carrier Exhibit">
      <a:dk1>
        <a:srgbClr val="14213D"/>
      </a:dk1>
      <a:lt1>
        <a:srgbClr val="FFFFFF"/>
      </a:lt1>
      <a:dk2>
        <a:srgbClr val="4A5568"/>
      </a:dk2>
      <a:lt2>
        <a:srgbClr val="D3D6DC"/>
      </a:lt2>
      <a:accent1>
        <a:srgbClr val="1F5FA8"/>
      </a:accent1>
      <a:accent2>
        <a:srgbClr val="C8553D"/>
      </a:accent2>
      <a:accent3>
        <a:srgbClr val="2F7F6F"/>
      </a:accent3>
      <a:accent4>
        <a:srgbClr val="7A6A9C"/>
      </a:accent4>
      <a:accent5>
        <a:srgbClr val="B88A2E"/>
      </a:accent5>
      <a:accent6>
        <a:srgbClr val="5F6B7A"/>
      </a:accent6>
      <a:hlink>
        <a:srgbClr val="1F5FA8"/>
      </a:hlink>
      <a:folHlink>
        <a:srgbClr val="7A6A9C"/>
      </a:folHlink>
    </a:clrScheme>
    <a:fontScheme name="Carrier Exhib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Carriers on a Starlink MVNO</dc:title>
  <dc:subject>PptxGenJS Presentation</dc:subject>
  <dc:creator>PptxGenJS</dc:creator>
  <cp:lastModifiedBy>PptxGenJS</cp:lastModifiedBy>
  <cp:revision>1</cp:revision>
  <dcterms:created xsi:type="dcterms:W3CDTF">2026-10-27T16:23:45Z</dcterms:created>
  <dcterms:modified xsi:type="dcterms:W3CDTF">2026-10-27T16:23:45Z</dcterms:modified>
</cp:coreProperties>
</file>